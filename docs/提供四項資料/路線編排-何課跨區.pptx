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D4EFB6-E1EA-45CD-855C-FFFEA18DA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734EB22-6682-4CFF-898C-96D1663E0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4FF5D5-DD4C-498C-9C02-1C2F3A78E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8068-BEB3-4893-82DB-E105554E3A4C}" type="datetimeFigureOut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12F4EA-CB23-4901-875F-27FC6939B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6F4F83-61EA-4FB1-A3A2-ED3BC990C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CCC1-F10B-4F54-96AB-7B6BAFE11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89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F36E34-8C15-4AEF-AB7E-3199B076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CBC327-8E19-4FC0-AC4F-B4C26BAF8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8ED6E8-00F0-4C9D-AA63-434EECBC8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8068-BEB3-4893-82DB-E105554E3A4C}" type="datetimeFigureOut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4419D4-BC5D-435E-92E7-7DE93FAE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7D7EE7-96A0-43E0-9ED9-FB67884D4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CCC1-F10B-4F54-96AB-7B6BAFE11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470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88A769-FA5F-4985-B65F-2A4D6AA6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02644B-F7D9-44C5-B280-1098112B3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ECE59C-82C8-45AC-96BE-0A265012F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8068-BEB3-4893-82DB-E105554E3A4C}" type="datetimeFigureOut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BA5E6C-F85A-4B64-A463-51A7C5646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621559-DB03-4B7F-9C1D-2381547C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CCC1-F10B-4F54-96AB-7B6BAFE11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8738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851AEF-FB92-4151-98AA-364DA2C97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3C76FE-BC95-469D-840A-42C626919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F85F35-A6F3-4C5C-968A-2AC898408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91890-32C8-43F3-8A90-D231C5FA3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8068-BEB3-4893-82DB-E105554E3A4C}" type="datetimeFigureOut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9A38C6B-B3DA-4829-AB46-B7023A58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4FFAD88-2ED8-4659-BF90-F73958B66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CCC1-F10B-4F54-96AB-7B6BAFE11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58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4DE70D-1100-4FA8-87B5-2DA445493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38E340-7CE8-4630-8831-3E8701CB2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1F885C4-E6A1-44CA-B4F8-F78626C65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7E95757-EEEA-4D5C-9BD3-0069C84C8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D505EE0-0210-436F-93E1-D954455D02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4D488B7-307E-48D4-834E-F40128217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8068-BEB3-4893-82DB-E105554E3A4C}" type="datetimeFigureOut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CA99EE6-23B9-4071-9E7D-39D80F986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E96F4A3-BA59-4A8C-A8B0-0A229BD0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CCC1-F10B-4F54-96AB-7B6BAFE11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3105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C750FA-F97D-4A24-BDB5-63636FC8D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E9A9615-FAC1-4318-A779-53C0E15E9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8068-BEB3-4893-82DB-E105554E3A4C}" type="datetimeFigureOut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7FEA58E-90D3-4A5B-9045-40EBCCED6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2D14CCE-539C-4A6D-BF76-47A8F53E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CCC1-F10B-4F54-96AB-7B6BAFE11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0778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5452207-743B-41B6-97D9-A0C63F203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8068-BEB3-4893-82DB-E105554E3A4C}" type="datetimeFigureOut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0F88584-B4D3-4BC8-BA88-66E33BD48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B9F9D4-E2FB-41BE-9743-D32829C0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CCC1-F10B-4F54-96AB-7B6BAFE11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82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7109AC-A7DC-4FCB-8A92-C663EB588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8CDC34-DAE5-48D4-96C7-73411F49C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A7D9E42-06B6-41D1-852E-C0C995783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1F28898-14A1-4F4B-A629-9CBA56D1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8068-BEB3-4893-82DB-E105554E3A4C}" type="datetimeFigureOut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4BA3614-765C-434F-B251-9C937704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6B474B-2C0D-46CF-A5EF-2CFA603F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CCC1-F10B-4F54-96AB-7B6BAFE11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1527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A4F46-AB58-43C9-A745-F60925ACE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961A8FA-5BA2-42E0-AD2F-5F2AC3F730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43DE286-CF4A-4D7B-89BB-B136D850D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428FC12-6C4A-4A54-8F29-D0A34409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8068-BEB3-4893-82DB-E105554E3A4C}" type="datetimeFigureOut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7D65E94-931B-4F18-B1C9-3882DE16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5F34EA1-81D7-4200-B35E-428C17133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CCC1-F10B-4F54-96AB-7B6BAFE11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54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3AB678-E134-4F12-970E-C70A4C6F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A3B4638-7A99-44A0-A9D0-BC9BB4261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85E2C6-0CFC-4316-9BCC-2F4D80C28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8068-BEB3-4893-82DB-E105554E3A4C}" type="datetimeFigureOut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633801-1AB5-48F6-946A-6D62DC4B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51E1D4-5ABF-46E5-B0AF-A8437F1E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CCC1-F10B-4F54-96AB-7B6BAFE11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2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CA4D78E-73F0-45AE-851F-A09F73F5BA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2AD624C-3F56-4ADB-86F3-0E6E00582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B4478E-AC9D-4CC8-95A9-DBEFCEF37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8068-BEB3-4893-82DB-E105554E3A4C}" type="datetimeFigureOut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661A92-5855-401B-B5C8-B065AF023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9A3BF9-3B32-44BA-BA84-03ED4724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CCC1-F10B-4F54-96AB-7B6BAFE11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8985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B49B49A-BF93-4FAE-8A7F-8E0AF429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5EC9BA-0B2A-44FF-A2DC-01431FAA3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958F6D-4368-430E-B8B1-9D2A53C30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08068-BEB3-4893-82DB-E105554E3A4C}" type="datetimeFigureOut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BC84C4-D52A-4CE8-A2EA-99E1C05B8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464F84-D63A-4764-8D54-B788CF720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ACCC1-F10B-4F54-96AB-7B6BAFE11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432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39CF318-5536-4F7D-9E93-EE60FE71B391}"/>
              </a:ext>
            </a:extLst>
          </p:cNvPr>
          <p:cNvSpPr/>
          <p:nvPr/>
        </p:nvSpPr>
        <p:spPr>
          <a:xfrm>
            <a:off x="5156461" y="763398"/>
            <a:ext cx="6834433" cy="5750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876B8C87-C252-43F7-A06B-EF789E8EF5A5}"/>
              </a:ext>
            </a:extLst>
          </p:cNvPr>
          <p:cNvCxnSpPr>
            <a:cxnSpLocks/>
          </p:cNvCxnSpPr>
          <p:nvPr/>
        </p:nvCxnSpPr>
        <p:spPr>
          <a:xfrm>
            <a:off x="5156461" y="1461156"/>
            <a:ext cx="6834433" cy="5052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23A8C294-A861-4956-9E9B-615AFB4570CF}"/>
              </a:ext>
            </a:extLst>
          </p:cNvPr>
          <p:cNvCxnSpPr>
            <a:cxnSpLocks/>
          </p:cNvCxnSpPr>
          <p:nvPr/>
        </p:nvCxnSpPr>
        <p:spPr>
          <a:xfrm flipH="1">
            <a:off x="5156461" y="1461156"/>
            <a:ext cx="6834433" cy="5052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F045B86-9491-4B53-A9F6-4AE489FDE031}"/>
              </a:ext>
            </a:extLst>
          </p:cNvPr>
          <p:cNvSpPr/>
          <p:nvPr/>
        </p:nvSpPr>
        <p:spPr>
          <a:xfrm>
            <a:off x="7187937" y="2936450"/>
            <a:ext cx="2840960" cy="21021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061324-74F2-437B-B242-5210A0FB30B2}"/>
              </a:ext>
            </a:extLst>
          </p:cNvPr>
          <p:cNvSpPr/>
          <p:nvPr/>
        </p:nvSpPr>
        <p:spPr>
          <a:xfrm>
            <a:off x="7800679" y="3429001"/>
            <a:ext cx="1607270" cy="10770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9B974082-A5AC-4DCB-B23A-6C514DD00C8D}"/>
              </a:ext>
            </a:extLst>
          </p:cNvPr>
          <p:cNvSpPr/>
          <p:nvPr/>
        </p:nvSpPr>
        <p:spPr>
          <a:xfrm>
            <a:off x="8394567" y="3771901"/>
            <a:ext cx="414780" cy="39121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2C23B4C-F281-4DA6-9F30-44D126F433FD}"/>
              </a:ext>
            </a:extLst>
          </p:cNvPr>
          <p:cNvSpPr txBox="1"/>
          <p:nvPr/>
        </p:nvSpPr>
        <p:spPr>
          <a:xfrm>
            <a:off x="7458477" y="2004325"/>
            <a:ext cx="17093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北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5954C5F-8201-488F-9386-3855253EFF73}"/>
              </a:ext>
            </a:extLst>
          </p:cNvPr>
          <p:cNvSpPr txBox="1"/>
          <p:nvPr/>
        </p:nvSpPr>
        <p:spPr>
          <a:xfrm>
            <a:off x="8217030" y="5531179"/>
            <a:ext cx="17093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南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4316C16-5904-422E-839A-BF6AE1F3240E}"/>
              </a:ext>
            </a:extLst>
          </p:cNvPr>
          <p:cNvSpPr txBox="1"/>
          <p:nvPr/>
        </p:nvSpPr>
        <p:spPr>
          <a:xfrm>
            <a:off x="10875388" y="3633596"/>
            <a:ext cx="17093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東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C605259-489B-4B23-BCAF-A13EABA1FC17}"/>
              </a:ext>
            </a:extLst>
          </p:cNvPr>
          <p:cNvSpPr txBox="1"/>
          <p:nvPr/>
        </p:nvSpPr>
        <p:spPr>
          <a:xfrm>
            <a:off x="5533532" y="3613565"/>
            <a:ext cx="17093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西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33C0BEE-A836-4BFC-8260-3A26CE7141F9}"/>
              </a:ext>
            </a:extLst>
          </p:cNvPr>
          <p:cNvSpPr txBox="1"/>
          <p:nvPr/>
        </p:nvSpPr>
        <p:spPr>
          <a:xfrm>
            <a:off x="7187937" y="2920914"/>
            <a:ext cx="1884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>
                <a:solidFill>
                  <a:schemeClr val="bg1"/>
                </a:solidFill>
              </a:rPr>
              <a:t>中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F755884-ED7B-415C-B982-D87AF463BA4A}"/>
              </a:ext>
            </a:extLst>
          </p:cNvPr>
          <p:cNvSpPr txBox="1"/>
          <p:nvPr/>
        </p:nvSpPr>
        <p:spPr>
          <a:xfrm>
            <a:off x="8701559" y="3813665"/>
            <a:ext cx="749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近</a:t>
            </a: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13F94165-CEA9-4681-8A7A-AFDF5608A118}"/>
              </a:ext>
            </a:extLst>
          </p:cNvPr>
          <p:cNvSpPr/>
          <p:nvPr/>
        </p:nvSpPr>
        <p:spPr>
          <a:xfrm>
            <a:off x="7107809" y="1518592"/>
            <a:ext cx="292493" cy="2717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79536ECB-645C-49CA-B62C-0EA2525CA084}"/>
              </a:ext>
            </a:extLst>
          </p:cNvPr>
          <p:cNvSpPr/>
          <p:nvPr/>
        </p:nvSpPr>
        <p:spPr>
          <a:xfrm>
            <a:off x="9945277" y="4782444"/>
            <a:ext cx="292493" cy="2717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7C1EFB0-B3D4-41B2-8304-CEE7DA849C01}"/>
              </a:ext>
            </a:extLst>
          </p:cNvPr>
          <p:cNvSpPr/>
          <p:nvPr/>
        </p:nvSpPr>
        <p:spPr>
          <a:xfrm>
            <a:off x="8624564" y="4832374"/>
            <a:ext cx="292493" cy="2717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FB61C061-CF9D-4658-B97F-92660F7FD91A}"/>
              </a:ext>
            </a:extLst>
          </p:cNvPr>
          <p:cNvSpPr/>
          <p:nvPr/>
        </p:nvSpPr>
        <p:spPr>
          <a:xfrm>
            <a:off x="7458477" y="4774676"/>
            <a:ext cx="292493" cy="2717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341D6211-6155-4F62-83EB-20CC7754829B}"/>
              </a:ext>
            </a:extLst>
          </p:cNvPr>
          <p:cNvSpPr/>
          <p:nvPr/>
        </p:nvSpPr>
        <p:spPr>
          <a:xfrm>
            <a:off x="5265988" y="893016"/>
            <a:ext cx="292493" cy="2717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12C4D48-B6F3-414C-8645-FAA643F02B2D}"/>
              </a:ext>
            </a:extLst>
          </p:cNvPr>
          <p:cNvSpPr txBox="1"/>
          <p:nvPr/>
        </p:nvSpPr>
        <p:spPr>
          <a:xfrm>
            <a:off x="3195757" y="5345203"/>
            <a:ext cx="108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林口</a:t>
            </a:r>
            <a:r>
              <a:rPr lang="en-US" altLang="zh-TW" dirty="0"/>
              <a:t>DC</a:t>
            </a:r>
            <a:endParaRPr lang="zh-TW" altLang="en-US" dirty="0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141971A9-C8D3-40C4-B9F3-8404BD9686E8}"/>
              </a:ext>
            </a:extLst>
          </p:cNvPr>
          <p:cNvSpPr/>
          <p:nvPr/>
        </p:nvSpPr>
        <p:spPr>
          <a:xfrm>
            <a:off x="10239035" y="2850080"/>
            <a:ext cx="292493" cy="2717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C001CD65-D078-429D-85DF-0339DC03B37F}"/>
              </a:ext>
            </a:extLst>
          </p:cNvPr>
          <p:cNvCxnSpPr>
            <a:cxnSpLocks/>
          </p:cNvCxnSpPr>
          <p:nvPr/>
        </p:nvCxnSpPr>
        <p:spPr>
          <a:xfrm>
            <a:off x="7458477" y="1790312"/>
            <a:ext cx="2779293" cy="11461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8CAF2881-5844-492B-AAF2-92112636048B}"/>
              </a:ext>
            </a:extLst>
          </p:cNvPr>
          <p:cNvCxnSpPr>
            <a:cxnSpLocks/>
          </p:cNvCxnSpPr>
          <p:nvPr/>
        </p:nvCxnSpPr>
        <p:spPr>
          <a:xfrm flipH="1">
            <a:off x="10091523" y="3190212"/>
            <a:ext cx="268862" cy="15262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7F5188E0-6E70-4C18-B918-5D744FC0AFF4}"/>
              </a:ext>
            </a:extLst>
          </p:cNvPr>
          <p:cNvCxnSpPr>
            <a:cxnSpLocks/>
          </p:cNvCxnSpPr>
          <p:nvPr/>
        </p:nvCxnSpPr>
        <p:spPr>
          <a:xfrm flipH="1" flipV="1">
            <a:off x="8995018" y="4959679"/>
            <a:ext cx="880214" cy="81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C524BF8A-31CF-46D5-B7AC-BED6E9216869}"/>
              </a:ext>
            </a:extLst>
          </p:cNvPr>
          <p:cNvCxnSpPr>
            <a:cxnSpLocks/>
          </p:cNvCxnSpPr>
          <p:nvPr/>
        </p:nvCxnSpPr>
        <p:spPr>
          <a:xfrm flipH="1">
            <a:off x="7799324" y="4946715"/>
            <a:ext cx="77906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43A8A57D-EFA9-4511-85EA-F54A3E84BEE0}"/>
              </a:ext>
            </a:extLst>
          </p:cNvPr>
          <p:cNvCxnSpPr>
            <a:cxnSpLocks/>
          </p:cNvCxnSpPr>
          <p:nvPr/>
        </p:nvCxnSpPr>
        <p:spPr>
          <a:xfrm flipV="1">
            <a:off x="7665509" y="3364620"/>
            <a:ext cx="278592" cy="13518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5E0F428B-DE1D-425D-8D0B-B26AB53C935E}"/>
              </a:ext>
            </a:extLst>
          </p:cNvPr>
          <p:cNvCxnSpPr>
            <a:cxnSpLocks/>
          </p:cNvCxnSpPr>
          <p:nvPr/>
        </p:nvCxnSpPr>
        <p:spPr>
          <a:xfrm>
            <a:off x="5557428" y="1234215"/>
            <a:ext cx="2856517" cy="274738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CA7C5A99-07AB-4689-B982-81E0336F45BB}"/>
              </a:ext>
            </a:extLst>
          </p:cNvPr>
          <p:cNvCxnSpPr>
            <a:cxnSpLocks/>
          </p:cNvCxnSpPr>
          <p:nvPr/>
        </p:nvCxnSpPr>
        <p:spPr>
          <a:xfrm flipH="1" flipV="1">
            <a:off x="5695429" y="1082608"/>
            <a:ext cx="1290257" cy="51130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A71C22CD-5B8A-4713-B12F-0F53F0CBB240}"/>
              </a:ext>
            </a:extLst>
          </p:cNvPr>
          <p:cNvSpPr txBox="1"/>
          <p:nvPr/>
        </p:nvSpPr>
        <p:spPr>
          <a:xfrm>
            <a:off x="282804" y="669278"/>
            <a:ext cx="43740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何謂跨區</a:t>
            </a:r>
            <a:r>
              <a:rPr lang="en-US" altLang="zh-TW" dirty="0"/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原則是往南之後就不要再往北</a:t>
            </a:r>
            <a:r>
              <a:rPr lang="en-US" altLang="zh-TW" dirty="0"/>
              <a:t>, </a:t>
            </a:r>
            <a:r>
              <a:rPr lang="zh-TW" altLang="en-US" dirty="0"/>
              <a:t>往東之後就不要再往西</a:t>
            </a:r>
            <a:r>
              <a:rPr lang="en-US" altLang="zh-TW" dirty="0"/>
              <a:t>(</a:t>
            </a:r>
            <a:r>
              <a:rPr lang="zh-TW" altLang="en-US" dirty="0"/>
              <a:t>依此類推</a:t>
            </a:r>
            <a:r>
              <a:rPr lang="en-US" altLang="zh-TW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可以將配送的店鋪區分為東西南北四個區域</a:t>
            </a:r>
            <a:r>
              <a:rPr lang="en-US" altLang="zh-TW" dirty="0"/>
              <a:t>, </a:t>
            </a:r>
            <a:r>
              <a:rPr lang="zh-TW" altLang="en-US" dirty="0"/>
              <a:t>而且在中心的地方再區分為中區與近區</a:t>
            </a:r>
            <a:endParaRPr lang="en-US" altLang="zh-TW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/>
              <a:t>進了中區就可以配送中區所有的店鋪</a:t>
            </a:r>
            <a:endParaRPr lang="en-US" altLang="zh-TW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/>
              <a:t>進了近區就可以配送近區所有的店鋪</a:t>
            </a:r>
            <a:endParaRPr lang="en-US" altLang="zh-TW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/>
              <a:t>中區與近區的範圍可以多大</a:t>
            </a:r>
            <a:r>
              <a:rPr lang="en-US" altLang="zh-TW" dirty="0"/>
              <a:t>, </a:t>
            </a:r>
            <a:r>
              <a:rPr lang="zh-TW" altLang="en-US" dirty="0"/>
              <a:t>只要不超過總工時</a:t>
            </a:r>
            <a:r>
              <a:rPr lang="en-US" altLang="zh-TW" dirty="0"/>
              <a:t>5</a:t>
            </a:r>
            <a:r>
              <a:rPr lang="zh-TW" altLang="en-US" dirty="0"/>
              <a:t>小時就可以</a:t>
            </a: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6ABAF2CE-956E-473B-8A90-E0E5B8891CD2}"/>
              </a:ext>
            </a:extLst>
          </p:cNvPr>
          <p:cNvSpPr/>
          <p:nvPr/>
        </p:nvSpPr>
        <p:spPr>
          <a:xfrm>
            <a:off x="7875265" y="3060307"/>
            <a:ext cx="292493" cy="2717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342490AD-5838-4E64-B46A-9C03C51FB7C7}"/>
              </a:ext>
            </a:extLst>
          </p:cNvPr>
          <p:cNvCxnSpPr>
            <a:cxnSpLocks/>
          </p:cNvCxnSpPr>
          <p:nvPr/>
        </p:nvCxnSpPr>
        <p:spPr>
          <a:xfrm>
            <a:off x="8116478" y="3349568"/>
            <a:ext cx="295768" cy="389722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橢圓 30">
            <a:extLst>
              <a:ext uri="{FF2B5EF4-FFF2-40B4-BE49-F238E27FC236}">
                <a16:creationId xmlns:a16="http://schemas.microsoft.com/office/drawing/2014/main" id="{D9FD1B3D-6C40-44FA-8676-4A620EEC26F4}"/>
              </a:ext>
            </a:extLst>
          </p:cNvPr>
          <p:cNvSpPr/>
          <p:nvPr/>
        </p:nvSpPr>
        <p:spPr>
          <a:xfrm>
            <a:off x="9450991" y="5529869"/>
            <a:ext cx="292493" cy="2717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0C04B17E-7B80-4CAC-870E-330A22AEDCAA}"/>
              </a:ext>
            </a:extLst>
          </p:cNvPr>
          <p:cNvSpPr/>
          <p:nvPr/>
        </p:nvSpPr>
        <p:spPr>
          <a:xfrm>
            <a:off x="2909051" y="5346312"/>
            <a:ext cx="414780" cy="39121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6428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99</Words>
  <Application>Microsoft Office PowerPoint</Application>
  <PresentationFormat>寬螢幕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吳欽誠</dc:creator>
  <cp:lastModifiedBy>吳欽誠</cp:lastModifiedBy>
  <cp:revision>10</cp:revision>
  <dcterms:created xsi:type="dcterms:W3CDTF">2023-02-07T07:36:44Z</dcterms:created>
  <dcterms:modified xsi:type="dcterms:W3CDTF">2023-06-12T07:16:31Z</dcterms:modified>
</cp:coreProperties>
</file>